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 Assignment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Secant, Runge-Kutta and Newton-Raphson methods: FOR and WHILE loop solutions, flowcharts and pseudocode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ecant Method flow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4621839" cy="6492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261919" y="228600"/>
            <a:ext cx="65612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Secant Method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261919" y="777240"/>
            <a:ext cx="65612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x(n+1) = x(n) - f(x(n)) [x(n) - x(n-1)] / [f(x(n)) - f(x(n-1))]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261919" y="1325880"/>
            <a:ext cx="65612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Pseudocode: FOR loop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261919" y="1737360"/>
            <a:ext cx="6561273" cy="1673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f, x0, x1, tol, 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 TO 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x2 = x1 - f(x1)(x1-x0)/(f(x1)-f(x0))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= |x2 - x1|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x0 = x1 ; x1 = x2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err &lt; tol THEN EXIT LOOP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FOR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x1, i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261919" y="3685032"/>
            <a:ext cx="65612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Pseudocode: WHILE loop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261919" y="4096512"/>
            <a:ext cx="6561273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f, x0, x1, tol, 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0 ; err =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err &gt; tol AND i &lt; 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i + 1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x2 = x1 - f(x1)(x1-x0)/(f(x1)-f(x0))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= |x2 - x1|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x0 = x1 ; x1 = x2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WHILE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x1, 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Secant Method: Example 1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f(x) = x^3 - 2x - 5, x0 = 2, x1 = 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MATLAB: FOR loop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54864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@(x) x^3 - 2*x - 5;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 = 2; x1 = 3; tol = 1e-6; N = 50;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1:N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x2  = x1 - f(x1)*(x1-x0)/(f(x1)-f(x0));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= abs(x2 - x1);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fprintf('%d  %.6f  %.2e\n',i,x2,err);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x0 = x1; x1 = x2;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err &lt; tol, break, 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fprintf('Root = %.6f\n', x1);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45352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MATLAB: WHILE loop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45352" y="1783080"/>
            <a:ext cx="54864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@(x) x^3 - 2*x - 5;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 = 2; x1 = 3; tol = 1e-6; N = 50;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0; err = 1;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err &gt; tol &amp;&amp; i &lt; 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i + 1;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x2  = x1 - f(x1)*(x1-x0)/(f(x1)-f(x0));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= abs(x2 - x1);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fprintf('%d  %.6f  %.2e\n',i,x2,err);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x0 = x1; x1 = x2;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fprintf('Root = %.6f\n', x1);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754880"/>
            <a:ext cx="112471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Root x = 2.094551 (converged in 6 iterations)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Iterates: 2.058824  →  2.081264  →  2.094824  →  2.094549  →  2.094551  →  2.094551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Secant Method: Example 2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f(x) = e^(-x) - x, x0 = 0, x1 = 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MATLAB: FOR loop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54864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@(x) exp(-x) - x;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 = 0; x1 = 1; tol = 1e-6; N = 50;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1:N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x2  = x1 - f(x1)*(x1-x0)/(f(x1)-f(x0));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= abs(x2 - x1);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fprintf('%d  %.6f  %.2e\n',i,x2,err);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x0 = x1; x1 = x2;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err &lt; tol, break, 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fprintf('Root = %.6f\n', x1);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45352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MATLAB: WHILE loop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45352" y="1783080"/>
            <a:ext cx="54864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@(x) exp(-x) - x;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 = 0; x1 = 1; tol = 1e-6; N = 50;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0; err = 1;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err &gt; tol &amp;&amp; i &lt; 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i + 1;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x2  = x1 - f(x1)*(x1-x0)/(f(x1)-f(x0));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= abs(x2 - x1);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fprintf('%d  %.6f  %.2e\n',i,x2,err);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x0 = x1; x1 = x2;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fprintf('Root = %.6f\n', x1);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754880"/>
            <a:ext cx="112471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Root x = 0.567143 (converged in 5 iterations)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Iterates: 0.612700  →  0.563838  →  0.567170  →  0.567143  →  0.567143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unge-Kutta (4th Order) Method flow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4330415" cy="6492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70495" y="228600"/>
            <a:ext cx="685269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Runge-Kutta (4th Order) Method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970495" y="777240"/>
            <a:ext cx="68526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y(i+1) = y(i) + (h/6)(k1 + 2k2 + 2k3 + k4)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970495" y="1325880"/>
            <a:ext cx="68526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Pseudocode: FOR loop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970495" y="1737360"/>
            <a:ext cx="6852697" cy="22494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f, x0, y0, h, xn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(xn - x0)/h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 TO 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k1 = f(x,y)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k2 = f(x+h/2, y+h*k1/2)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k3 = f(x+h/2, y+h*k2/2)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k4 = f(x+h, y+h*k3)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= y + (h/6)(k1+2k2+2k3+k4)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x + 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FOR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y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70495" y="4261104"/>
            <a:ext cx="68526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Pseudocode: WHILE loop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970495" y="4672584"/>
            <a:ext cx="6852697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f, x0, y0, h, xn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x &lt; xn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k1 = f(x,y)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k2 = f(x+h/2, y+h*k1/2)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k3 = f(x+h/2, y+h*k2/2)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k4 = f(x+h, y+h*k3)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= y + (h/6)(k1+2k2+2k3+k4)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x + 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WHILE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Runge-Kutta (4th Order) Method: Example 1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dy/dx = x + y, y(0) = 1, h = 0.1, find y(0.5)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MATLAB: FOR loop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54864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@(x,y) x + y;
x = 0; y = 1; h = 0.1; xn = 0.5;
n = round((xn - x)/h);
for i = 1:n
    k1 = f(x, y);
    k2 = f(x + h/2, y + h*k1/2);
    k3 = f(x + h/2, y + h*k2/2);
    k4 = f(x + h, y + h*k3);
    y = y + (h/6)*(k1 + 2*k2 + 2*k3 + k4);
    x = x + h;
    fprintf('x = %.1f   y = %.6f\n', x, y);
end
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45352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MATLAB: WHILE loop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45352" y="1783080"/>
            <a:ext cx="54864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@(x,y) x + y;
x = 0; y = 1; h = 0.1; xn = 0.5;
while x &lt; xn - 1e-9
    k1 = f(x, y);
    k2 = f(x + h/2, y + h*k1/2);
    k3 = f(x + h/2, y + h*k2/2);
    k4 = f(x + h, y + h*k3);
    y = y + (h/6)*(k1 + 2*k2 + 2*k3 + k4);
    x = x + h;
    fprintf('x = %.1f   y = %.6f\n', x, y);
end
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212080"/>
            <a:ext cx="112471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y(0.5) = 1.797441 by RK4 (exact 1.797443)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Steps: x=0.1: 1.110342   x=0.2: 1.242805   x=0.3: 1.399717   x=0.4: 1.583648   x=0.5: 1.797441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Runge-Kutta (4th Order) Method: Example 2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dy/dx = y - x^2 + 1, y(0) = 0.5, h = 0.2, find y(1)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MATLAB: FOR loop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54864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@(x,y) y - x^2 + 1;
x = 0; y = 0.5; h = 0.2; xn = 1;
n = round((xn - x)/h);
for i = 1:n
    k1 = f(x, y);
    k2 = f(x + h/2, y + h*k1/2);
    k3 = f(x + h/2, y + h*k2/2);
    k4 = f(x + h, y + h*k3);
    y = y + (h/6)*(k1 + 2*k2 + 2*k3 + k4);
    x = x + h;
    fprintf('x = %.1f   y = %.6f\n', x, y);
end
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45352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MATLAB: WHILE loop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45352" y="1783080"/>
            <a:ext cx="54864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@(x,y) y - x^2 + 1;
x = 0; y = 0.5; h = 0.2; xn = 1;
while x &lt; xn - 1e-9
    k1 = f(x, y);
    k2 = f(x + h/2, y + h*k1/2);
    k3 = f(x + h/2, y + h*k2/2);
    k4 = f(x + h, y + h*k3);
    y = y + (h/6)*(k1 + 2*k2 + 2*k3 + k4);
    x = x + h;
    fprintf('x = %.1f   y = %.6f\n', x, y);
end
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212080"/>
            <a:ext cx="112471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y(1) = 2.640823 by RK4 (exact 2.640859)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Steps: x=0.2: 0.829293   x=0.4: 1.214076   x=0.6: 1.648922   x=0.8: 2.127203   x=1.0: 2.640823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ewton-Raphson Method flow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4735081" cy="6492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75161" y="228600"/>
            <a:ext cx="64480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Newton-Raphson Method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375161" y="777240"/>
            <a:ext cx="64480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x(n+1) = x(n) - f(x(n)) / f'(x(n))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375161" y="1325880"/>
            <a:ext cx="64480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Pseudocode: FOR loop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375161" y="1737360"/>
            <a:ext cx="6448031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f, f', x0, tol, 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 TO 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x_new = x - f(x)/f'(x)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= |x_new - x|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x_new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err &lt; tol THEN EXIT LOOP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FOR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x, i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375161" y="3877056"/>
            <a:ext cx="64480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Pseudocode: WHILE loop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375161" y="4288536"/>
            <a:ext cx="6448031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f, f', x0, tol, 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x0 ; i = 0 ; err =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err &gt; tol AND i &lt; 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i + 1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x_new = x - f(x)/f'(x)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= |x_new - x|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x_new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WHILE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x, i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Newton-Raphson Method: Example 1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f(x) = x^3 - x - 2, x0 = 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MATLAB: FOR loop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5486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 = @(x) x^3 - x - 2;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@(x) 3*x^2 - 1;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1.5; tol = 1e-6; N = 50;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1:N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xnew = x - f(x)/df(x);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 = abs(xnew - x);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xnew;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fprintf('%d  %.6f  %.2e\n',i,x,err);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err &lt; tol, break, 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fprintf('Root = %.6f\n', x);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45352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MATLAB: WHILE loop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45352" y="1783080"/>
            <a:ext cx="5486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 = @(x) x^3 - x - 2;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@(x) 3*x^2 - 1;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1.5; tol = 1e-6; N = 50;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0; err = 1;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err &gt; tol &amp;&amp; i &lt; 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i + 1;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xnew = x - f(x)/df(x);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 = abs(xnew - x);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xnew;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fprintf('%d  %.6f  %.2e\n',i,x,err);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fprintf('Root = %.6f\n', x);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983480"/>
            <a:ext cx="112471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Root x = 1.521380 (converged in 3 iterations)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Iterates: 1.521380  →  1.521380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Newton-Raphson Method: Example 2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f(x) = cos(x) - x, x0 = 0.5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MATLAB: FOR loop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5486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 = @(x) cos(x) - x;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@(x) -sin(x) - 1;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0.5; tol = 1e-6; N = 50;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1:N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xnew = x - f(x)/df(x);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 = abs(xnew - x);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xnew;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fprintf('%d  %.6f  %.2e\n',i,x,err);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err &lt; tol, break, 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fprintf('Root = %.6f\n', x);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45352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MATLAB: WHILE loop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45352" y="1783080"/>
            <a:ext cx="5486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 = @(x) cos(x) - x;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@(x) -sin(x) - 1;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0.5; tol = 1e-6; N = 50;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0; err = 1;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err &gt; tol &amp;&amp; i &lt; 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i + 1;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xnew = x - f(x)/df(x);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 = abs(xnew - x);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xnew;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fprintf('%d  %.6f  %.2e\n',i,x,err);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fprintf('Root = %.6f\n', x);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983480"/>
            <a:ext cx="112471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Root x = 0.739085 (converged in 4 iterations)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Iterates: 0.739142  →  0.739085  →  0.739085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2026-09-29T10:19:37Z</dcterms:created>
  <dcterms:modified xsi:type="dcterms:W3CDTF">2026-09-29T10:19:37Z</dcterms:modified>
</cp:coreProperties>
</file>